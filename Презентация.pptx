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522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6819F-16B5-C66B-BEF5-608EE273C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A5B6AB-2A39-6C2B-80FB-C86A10B7C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6F6962-CAFB-BE5E-224C-275E3BDF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B2523D-84D2-E801-4B02-FA039B7A8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B86E5-A28D-3815-28E5-1EC55AAC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544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217E6-93B8-6F9F-5FF1-0459818A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099F0-6803-DF65-5795-A9BD8F41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1F664E-E5DB-CA5B-63AE-60D421A1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FD4596-0D0D-8119-EF49-13DE268E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94234-701F-496E-359D-D3EE53CB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421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DDB10-AB2C-946B-CFD8-C0429745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49ACB2-BF85-200A-702D-D706D377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280D6F-ED5C-6757-0CEA-50AE3103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89197B-F9AB-2F49-B4D2-3FC3B376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ED294-F916-2C5B-A116-28BA6FD5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586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2B507-0ED6-A7EE-0BCF-AE6398CB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4DB39-5DB5-7966-A60C-3880BFE7F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0D252B-D891-1B20-6E96-8B6AA29EC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C2FEBE-3478-A50F-2325-74F45B10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B09330-AC9E-BBB1-FE54-C55E076D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538052-29EB-07FC-4FBD-A325F6DC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47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647AA-15A2-9F81-7AD9-A2EEE417E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FC3F2-9E61-57A7-CFB1-3D75E9D80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52F6BD-88D2-00D2-6590-4343B56B2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13DD09-092D-5077-9A86-BF0645730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31E8ACA-EB69-C68C-382D-A86D790AE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1DE055-9E30-A49A-697C-3E674B21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FBCEEF-FEFF-14BB-216D-8AD3D7B6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CBDA23-AAD6-1A49-98D0-EA8EA9DA9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94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F2E33-5684-3C05-BF90-1ECD6442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0C7305-C005-1788-2153-346FE29F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0C20B7-5694-9971-A826-7545EAC8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D97014-35F5-BC1B-BE3D-5B9EB9F5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19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64E59D-C15E-CF09-75EA-2736A285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0A35A5-4B2A-7F9B-EA94-7513F2DE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125991-F70E-A348-CB76-25F51306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00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AA56E-F460-20D4-EE3C-D80EC92B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79D722-B361-7169-9787-F4996EC99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ADC27F-0B9F-12B1-560B-47E37E8D4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A0EE2C-F8C0-714F-A909-80CC19E8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2028DB-3656-3D74-3647-CB812CFF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EBDD73-20C7-80C6-8476-525D6415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53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C25B2-E664-E759-FA72-F46D8987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024EBD-496C-C3BF-8804-8D7E3B4C6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B3C879-BCD7-950A-6E8F-A2CBC0E2E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0F616C-F8A2-C7BC-7557-3C0EC4D1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B67432-E35B-502E-A72D-39A68D5C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BC5435-FA2B-408F-69F7-D6547E14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59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F16D2-B593-0928-8540-0E6FEBED2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274FE1-ECBD-5148-667B-7AF06A25F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C52709-DA0E-FA31-1195-039B8A06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296D27-A3F1-90E8-F95A-B1831DD1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1EC6C0-4CBF-CDDD-B6A0-D8736A18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99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C5011E-0D68-58BD-D061-FF086D023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746B3C-DB10-B183-FA33-083D71A36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1913A6-E19C-471B-1DF3-9E451F90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6F9D0-B7FE-B105-AD4A-706B87EA3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84B0B2-B98D-B236-38BB-A9598C3F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370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467B2-C822-FCD9-BF4F-4D2C821E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9F8F4C-999E-83AF-A7CB-F4E9A8E8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03394C-968F-5B1C-DD3B-99CFE36B7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165F6-0606-4C48-BE0D-0AD3F855EFD1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DABF9-FF9F-C462-6202-CEAAAC896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D119A4-62DD-3F68-D20F-D6FFC0AC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F0354-45D7-4F11-82DA-8380AFD2B3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561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2881272-0ED6-AB6B-B189-6E3380112F9A}"/>
              </a:ext>
            </a:extLst>
          </p:cNvPr>
          <p:cNvGrpSpPr/>
          <p:nvPr/>
        </p:nvGrpSpPr>
        <p:grpSpPr>
          <a:xfrm>
            <a:off x="0" y="0"/>
            <a:ext cx="3657600" cy="6858000"/>
            <a:chOff x="0" y="0"/>
            <a:chExt cx="3657600" cy="6858000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69020B21-631B-1479-BC84-1C352604D550}"/>
                </a:ext>
              </a:extLst>
            </p:cNvPr>
            <p:cNvSpPr/>
            <p:nvPr/>
          </p:nvSpPr>
          <p:spPr>
            <a:xfrm>
              <a:off x="0" y="0"/>
              <a:ext cx="3657600" cy="6858000"/>
            </a:xfrm>
            <a:prstGeom prst="roundRect">
              <a:avLst>
                <a:gd name="adj" fmla="val 2151"/>
              </a:avLst>
            </a:pr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85000">
                  <a:schemeClr val="tx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9218FA-D80B-C141-35F9-77D28F7B7DDC}"/>
                </a:ext>
              </a:extLst>
            </p:cNvPr>
            <p:cNvSpPr txBox="1"/>
            <p:nvPr/>
          </p:nvSpPr>
          <p:spPr>
            <a:xfrm>
              <a:off x="304800" y="5948516"/>
              <a:ext cx="32741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Medium" panose="020B0603020102020204" pitchFamily="34" charset="0"/>
                </a:rPr>
                <a:t>Сайт создал Ярослав Самойленко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5640494-0500-F309-F1F3-4E6D01277AE1}"/>
              </a:ext>
            </a:extLst>
          </p:cNvPr>
          <p:cNvSpPr txBox="1"/>
          <p:nvPr/>
        </p:nvSpPr>
        <p:spPr>
          <a:xfrm>
            <a:off x="8180438" y="4254910"/>
            <a:ext cx="2635010" cy="584775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  <a:scene3d>
              <a:camera prst="isometricLeftDown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GB" sz="3200" dirty="0">
                <a:solidFill>
                  <a:schemeClr val="bg1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Benzin-Bold" panose="00000800000000000000" pitchFamily="2" charset="-52"/>
              </a:rPr>
              <a:t>2026</a:t>
            </a:r>
            <a:endParaRPr lang="ru-RU" sz="3200" dirty="0">
              <a:solidFill>
                <a:schemeClr val="bg1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Benzin-Bold" panose="000008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A98FB-1D45-A9E3-2B60-190D81160795}"/>
              </a:ext>
            </a:extLst>
          </p:cNvPr>
          <p:cNvSpPr txBox="1"/>
          <p:nvPr/>
        </p:nvSpPr>
        <p:spPr>
          <a:xfrm>
            <a:off x="8150905" y="4252452"/>
            <a:ext cx="2635010" cy="584775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  <a:scene3d>
              <a:camera prst="isometricLeftDown"/>
              <a:lightRig rig="threePt" dir="t"/>
            </a:scene3d>
            <a:sp3d/>
          </a:bodyPr>
          <a:lstStyle/>
          <a:p>
            <a:r>
              <a:rPr lang="en-GB" sz="3200" dirty="0">
                <a:solidFill>
                  <a:schemeClr val="bg1">
                    <a:alpha val="51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nzin-Bold" panose="00000800000000000000" pitchFamily="2" charset="-52"/>
              </a:rPr>
              <a:t>2026</a:t>
            </a:r>
            <a:r>
              <a:rPr lang="ru-RU" sz="3200" dirty="0">
                <a:solidFill>
                  <a:schemeClr val="bg1">
                    <a:alpha val="51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nzin-Bold" panose="00000800000000000000" pitchFamily="2" charset="-52"/>
              </a:rPr>
              <a:t> г.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C83D2-4D42-E754-4C47-C866C6495F48}"/>
              </a:ext>
            </a:extLst>
          </p:cNvPr>
          <p:cNvSpPr txBox="1"/>
          <p:nvPr/>
        </p:nvSpPr>
        <p:spPr>
          <a:xfrm>
            <a:off x="8534402" y="465379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выпуск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2851355" y="1980578"/>
            <a:ext cx="45415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Сайт </a:t>
            </a:r>
            <a:r>
              <a:rPr lang="en-GB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Climate Now</a:t>
            </a:r>
            <a:endParaRPr lang="ru-RU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61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3867355" y="443878"/>
            <a:ext cx="32599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Обзор сайта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99C46-91AF-19F7-BC16-454B55118805}"/>
              </a:ext>
            </a:extLst>
          </p:cNvPr>
          <p:cNvSpPr txBox="1"/>
          <p:nvPr/>
        </p:nvSpPr>
        <p:spPr>
          <a:xfrm>
            <a:off x="4454149" y="1426364"/>
            <a:ext cx="2086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Цели проекта: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6447-0DB0-8686-4FBF-A9BB8AC57B73}"/>
              </a:ext>
            </a:extLst>
          </p:cNvPr>
          <p:cNvSpPr txBox="1"/>
          <p:nvPr/>
        </p:nvSpPr>
        <p:spPr>
          <a:xfrm>
            <a:off x="908050" y="2101074"/>
            <a:ext cx="97091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Создать современный, адаптивный и удобный сайт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Обеспечить фиксированную навигацию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Реализовать подвал, который всегда внизу контента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Использовать фоны и градиенты в стиле  </a:t>
            </a:r>
            <a:r>
              <a:rPr lang="en-GB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Frutiger Aero</a:t>
            </a:r>
            <a:endParaRPr lang="ru-RU" sz="1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63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1731704" y="452691"/>
            <a:ext cx="74714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Навигационный бар (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Navbar)</a:t>
            </a:r>
            <a:endParaRPr lang="ru-RU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99C46-91AF-19F7-BC16-454B55118805}"/>
              </a:ext>
            </a:extLst>
          </p:cNvPr>
          <p:cNvSpPr txBox="1"/>
          <p:nvPr/>
        </p:nvSpPr>
        <p:spPr>
          <a:xfrm>
            <a:off x="4454149" y="1426364"/>
            <a:ext cx="2026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Особенности: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6447-0DB0-8686-4FBF-A9BB8AC57B73}"/>
              </a:ext>
            </a:extLst>
          </p:cNvPr>
          <p:cNvSpPr txBox="1"/>
          <p:nvPr/>
        </p:nvSpPr>
        <p:spPr>
          <a:xfrm>
            <a:off x="1241425" y="2101074"/>
            <a:ext cx="97091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Прилипает к верху (</a:t>
            </a: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`position: sticky; top: 0`</a:t>
            </a: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)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Градиентный фон и эффект размытия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Адаптивный дизайн для мобильных устройств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Поддержка </a:t>
            </a:r>
            <a:r>
              <a:rPr lang="ru-RU" sz="2800" dirty="0" err="1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hover</a:t>
            </a: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-эффектов и активных ссылок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54AF1E-3732-25E0-06D1-D2738D0CA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43208"/>
            <a:ext cx="12192000" cy="92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02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4454149" y="550400"/>
            <a:ext cx="21519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Контент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99C46-91AF-19F7-BC16-454B55118805}"/>
              </a:ext>
            </a:extLst>
          </p:cNvPr>
          <p:cNvSpPr txBox="1"/>
          <p:nvPr/>
        </p:nvSpPr>
        <p:spPr>
          <a:xfrm>
            <a:off x="4728197" y="1417550"/>
            <a:ext cx="1603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Структура: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6447-0DB0-8686-4FBF-A9BB8AC57B73}"/>
              </a:ext>
            </a:extLst>
          </p:cNvPr>
          <p:cNvSpPr txBox="1"/>
          <p:nvPr/>
        </p:nvSpPr>
        <p:spPr>
          <a:xfrm>
            <a:off x="1038224" y="2101074"/>
            <a:ext cx="107727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Использование `</a:t>
            </a:r>
            <a:r>
              <a:rPr lang="ru-RU" sz="2800" dirty="0" err="1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flexbox</a:t>
            </a: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` для гибкого контента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Адаптивные стили для заголовков, абзацев, списков и цитат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Поддержка темного фона с полупрозрачными блоками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Удобное чтение и навигация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48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4118343" y="537179"/>
            <a:ext cx="3955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Подвал (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Footer)</a:t>
            </a:r>
            <a:endParaRPr lang="ru-RU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99C46-91AF-19F7-BC16-454B55118805}"/>
              </a:ext>
            </a:extLst>
          </p:cNvPr>
          <p:cNvSpPr txBox="1"/>
          <p:nvPr/>
        </p:nvSpPr>
        <p:spPr>
          <a:xfrm>
            <a:off x="4728197" y="1417550"/>
            <a:ext cx="2026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Особенности: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6447-0DB0-8686-4FBF-A9BB8AC57B73}"/>
              </a:ext>
            </a:extLst>
          </p:cNvPr>
          <p:cNvSpPr txBox="1"/>
          <p:nvPr/>
        </p:nvSpPr>
        <p:spPr>
          <a:xfrm>
            <a:off x="1038224" y="2101074"/>
            <a:ext cx="107727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Не прилипает к низу экрана (только внизу контента)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Градиентный фон и эффект размытия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Адаптивный дизайн для мобильных устройств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Поддержка </a:t>
            </a:r>
            <a:r>
              <a:rPr lang="ru-RU" sz="2800" dirty="0" err="1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hover</a:t>
            </a: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-эффектов и активных ссылок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7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4118343" y="537179"/>
            <a:ext cx="29492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Технологии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99C46-91AF-19F7-BC16-454B55118805}"/>
              </a:ext>
            </a:extLst>
          </p:cNvPr>
          <p:cNvSpPr txBox="1"/>
          <p:nvPr/>
        </p:nvSpPr>
        <p:spPr>
          <a:xfrm>
            <a:off x="3683031" y="1382134"/>
            <a:ext cx="381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Используемые технологии: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6447-0DB0-8686-4FBF-A9BB8AC57B73}"/>
              </a:ext>
            </a:extLst>
          </p:cNvPr>
          <p:cNvSpPr txBox="1"/>
          <p:nvPr/>
        </p:nvSpPr>
        <p:spPr>
          <a:xfrm>
            <a:off x="1038224" y="2101074"/>
            <a:ext cx="107727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HTML</a:t>
            </a: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CSS (Flexbox, Grid, Media Queries)</a:t>
            </a: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</a:t>
            </a: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Шрифты: </a:t>
            </a: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Avenir Next, Helvetica Neue, Arial</a:t>
            </a: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en-US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- </a:t>
            </a: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Эффекты: Градиенты, размытие, тени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</p:txBody>
      </p:sp>
      <p:sp>
        <p:nvSpPr>
          <p:cNvPr id="4" name="AutoShape 2" descr="Shield">
            <a:extLst>
              <a:ext uri="{FF2B5EF4-FFF2-40B4-BE49-F238E27FC236}">
                <a16:creationId xmlns:a16="http://schemas.microsoft.com/office/drawing/2014/main" id="{DD331F31-9754-C276-3147-2969BFC69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1625" y="2714625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382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4118343" y="537179"/>
            <a:ext cx="32708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Заключение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99C46-91AF-19F7-BC16-454B55118805}"/>
              </a:ext>
            </a:extLst>
          </p:cNvPr>
          <p:cNvSpPr txBox="1"/>
          <p:nvPr/>
        </p:nvSpPr>
        <p:spPr>
          <a:xfrm>
            <a:off x="4498242" y="1332633"/>
            <a:ext cx="1766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Результаты: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6447-0DB0-8686-4FBF-A9BB8AC57B73}"/>
              </a:ext>
            </a:extLst>
          </p:cNvPr>
          <p:cNvSpPr txBox="1"/>
          <p:nvPr/>
        </p:nvSpPr>
        <p:spPr>
          <a:xfrm>
            <a:off x="1038224" y="2101074"/>
            <a:ext cx="1077277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 Современный и удобный дизайн</a:t>
            </a:r>
            <a:endParaRPr lang="en-GB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 Фиксированная навигация для удобства пользователей</a:t>
            </a:r>
            <a:endParaRPr lang="en-GB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 Динамический подвал, который всегда внизу контента</a:t>
            </a:r>
            <a:endParaRPr lang="en-GB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latin typeface="Franklin Gothic Medium" panose="020B0603020102020204" pitchFamily="34" charset="0"/>
                <a:ea typeface="Arial Unicode MS" pitchFamily="34" charset="-128"/>
                <a:cs typeface="Lucida Grande" pitchFamily="2" charset="0"/>
              </a:rPr>
              <a:t> Полная адаптивность и поддержка мобильных устройств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latin typeface="Franklin Gothic Medium" panose="020B0603020102020204" pitchFamily="34" charset="0"/>
              <a:ea typeface="Arial Unicode MS" pitchFamily="34" charset="-128"/>
              <a:cs typeface="Lucida Grande" pitchFamily="2" charset="0"/>
            </a:endParaRPr>
          </a:p>
        </p:txBody>
      </p:sp>
      <p:sp>
        <p:nvSpPr>
          <p:cNvPr id="4" name="AutoShape 2" descr="Shield">
            <a:extLst>
              <a:ext uri="{FF2B5EF4-FFF2-40B4-BE49-F238E27FC236}">
                <a16:creationId xmlns:a16="http://schemas.microsoft.com/office/drawing/2014/main" id="{DD331F31-9754-C276-3147-2969BFC69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1625" y="2714625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46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астение, трава, Пророщенная пшеница,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28AA9A-18DD-1A25-4D8F-DB020152B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" y="0"/>
            <a:ext cx="121896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7ED19-4D8F-E8E3-1A8A-B528EAD08409}"/>
              </a:ext>
            </a:extLst>
          </p:cNvPr>
          <p:cNvSpPr txBox="1"/>
          <p:nvPr/>
        </p:nvSpPr>
        <p:spPr>
          <a:xfrm>
            <a:off x="1521671" y="2714625"/>
            <a:ext cx="91486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Спасибо за внимание!!!</a:t>
            </a:r>
          </a:p>
        </p:txBody>
      </p:sp>
      <p:sp>
        <p:nvSpPr>
          <p:cNvPr id="4" name="AutoShape 2" descr="Shield">
            <a:extLst>
              <a:ext uri="{FF2B5EF4-FFF2-40B4-BE49-F238E27FC236}">
                <a16:creationId xmlns:a16="http://schemas.microsoft.com/office/drawing/2014/main" id="{DD331F31-9754-C276-3147-2969BFC69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1625" y="2714625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324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213</Words>
  <Application>Microsoft Office PowerPoint</Application>
  <PresentationFormat>Широкоэкранный</PresentationFormat>
  <Paragraphs>63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Benzin-Bold</vt:lpstr>
      <vt:lpstr>Franklin Gothic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Ярослав Самойленко</dc:creator>
  <cp:lastModifiedBy>Ярослав Самойленко</cp:lastModifiedBy>
  <cp:revision>1</cp:revision>
  <dcterms:created xsi:type="dcterms:W3CDTF">2026-04-24T15:44:19Z</dcterms:created>
  <dcterms:modified xsi:type="dcterms:W3CDTF">2026-04-24T16:16:01Z</dcterms:modified>
</cp:coreProperties>
</file>